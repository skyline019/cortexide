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>
  <p:sldIdLst>
    <p:sldId xmlns:r="http://schemas.openxmlformats.org/officeDocument/2006/relationships" id="256" r:id="rId2"/>
    <p:sldId xmlns:r="http://schemas.openxmlformats.org/officeDocument/2006/relationships" id="257" r:id="rId3"/>
  </p:sldIdLst>
  <p:sldSz cx="12192000" cy="6858000"/>
</p:presentation>
</file>

<file path=ppt/_rels/presentation.xml.rels><?xml version="1.0" encoding="UTF-8" standalone="yes"?>
<Relationships xmlns="http://schemas.openxmlformats.org/package/2006/relationships">
<Relationship Id="rId2" Type="http://schemas.openxmlformats.org/officeDocument/2006/relationships/slide" Target="slides/slide1.xml"/>
<Relationship Id="rId3" Type="http://schemas.openxmlformats.org/officeDocument/2006/relationships/slide" Target="slides/slide2.xml"/>
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/>
              <a:t>Cortex 上下文压缩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838200" y="1825625"/>
            <a:ext cx="10515600" cy="11223625"/>
          </a:xfrm>
        </p:spPr>
        <p:txBody>
          <a:bodyPr/>
          <a:lstStyle/>
          <a:p>
            <a:r>
              <a:rPr lang="zh-CN"/>
              <a:t>工具回传压到预算内</a:t>
            </a:r>
          </a:p>
          <a:p>
            <a:r>
              <a:rPr lang="zh-CN"/>
              <a:t>同文件重读只留最新一份</a:t>
            </a:r>
          </a:p>
          <a:p>
            <a:r>
              <a:rPr lang="zh-CN"/>
              <a:t>关键符号索引保底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/>
              <a:t>实测数字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838200" y="1825625"/>
            <a:ext cx="10515600" cy="11223625"/>
          </a:xfrm>
        </p:spPr>
        <p:txBody>
          <a:bodyPr/>
          <a:lstStyle/>
          <a:p>
            <a:r>
              <a:rPr lang="zh-CN"/>
              <a:t>balanced: 7,271 token（省 91.8%）</a:t>
            </a:r>
          </a:p>
          <a:p>
            <a:r>
              <a:rPr lang="zh-CN"/>
              <a:t>关键事实召回 10/10</a:t>
            </a:r>
          </a:p>
          <a:p>
            <a:r>
              <a:rPr lang="zh-CN"/>
              <a:t>估算误差 5.8%（377 次真实请求）</a:t>
            </a:r>
          </a:p>
        </p:txBody>
      </p:sp>
    </p:spTree>
  </p:cSld>
</p:sld>
</file>